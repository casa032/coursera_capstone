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8" r:id="rId5"/>
    <p:sldId id="259" r:id="rId6"/>
    <p:sldId id="261" r:id="rId7"/>
    <p:sldId id="260" r:id="rId8"/>
    <p:sldId id="262" r:id="rId9"/>
    <p:sldId id="263" r:id="rId10"/>
    <p:sldId id="264" r:id="rId11"/>
    <p:sldId id="265" r:id="rId12"/>
    <p:sldId id="267" r:id="rId13"/>
    <p:sldId id="266" r:id="rId14"/>
    <p:sldId id="270" r:id="rId15"/>
    <p:sldId id="271" r:id="rId16"/>
    <p:sldId id="269"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32" autoAdjust="0"/>
    <p:restoredTop sz="94660" autoAdjust="0"/>
  </p:normalViewPr>
  <p:slideViewPr>
    <p:cSldViewPr>
      <p:cViewPr varScale="1">
        <p:scale>
          <a:sx n="74" d="100"/>
          <a:sy n="74" d="100"/>
        </p:scale>
        <p:origin x="-1368"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38B7E4DB-D0B7-4875-AA7A-C72B6C3116EE}" type="datetimeFigureOut">
              <a:rPr lang="en-US" smtClean="0"/>
              <a:t>10/4/2020</a:t>
            </a:fld>
            <a:endParaRPr lang="en-US"/>
          </a:p>
        </p:txBody>
      </p:sp>
      <p:sp>
        <p:nvSpPr>
          <p:cNvPr id="8" name="Slide Number Placeholder 7"/>
          <p:cNvSpPr>
            <a:spLocks noGrp="1"/>
          </p:cNvSpPr>
          <p:nvPr>
            <p:ph type="sldNum" sz="quarter" idx="11"/>
          </p:nvPr>
        </p:nvSpPr>
        <p:spPr/>
        <p:txBody>
          <a:bodyPr/>
          <a:lstStyle/>
          <a:p>
            <a:fld id="{9D32EBDF-796C-43FC-8451-7BC49A919067}"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38B7E4DB-D0B7-4875-AA7A-C72B6C3116EE}" type="datetimeFigureOut">
              <a:rPr lang="en-US" smtClean="0"/>
              <a:t>10/4/2020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32EBDF-796C-43FC-8451-7BC49A91906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8B7E4DB-D0B7-4875-AA7A-C72B6C3116EE}" type="datetimeFigureOut">
              <a:rPr lang="en-US" smtClean="0"/>
              <a:t>10/4/2020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32EBDF-796C-43FC-8451-7BC49A919067}" type="slidenum">
              <a:rPr lang="en-US" smtClean="0"/>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8B7E4DB-D0B7-4875-AA7A-C72B6C3116EE}" type="datetimeFigureOut">
              <a:rPr lang="en-US" smtClean="0"/>
              <a:t>10/4/2020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32EBDF-796C-43FC-8451-7BC49A919067}" type="slidenum">
              <a:rPr lang="en-US" smtClean="0"/>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38B7E4DB-D0B7-4875-AA7A-C72B6C3116EE}" type="datetimeFigureOut">
              <a:rPr lang="en-US" smtClean="0"/>
              <a:t>10/4/2020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32EBDF-796C-43FC-8451-7BC49A919067}" type="slidenum">
              <a:rPr lang="en-US" smtClean="0"/>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8B7E4DB-D0B7-4875-AA7A-C72B6C3116EE}" type="datetimeFigureOut">
              <a:rPr lang="en-US" smtClean="0"/>
              <a:t>10/4/2020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32EBDF-796C-43FC-8451-7BC49A91906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B7E4DB-D0B7-4875-AA7A-C72B6C3116EE}" type="datetimeFigureOut">
              <a:rPr lang="en-US" smtClean="0"/>
              <a:t>10/4/2020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32EBDF-796C-43FC-8451-7BC49A91906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B7E4DB-D0B7-4875-AA7A-C72B6C3116EE}" type="datetimeFigureOut">
              <a:rPr lang="en-US" smtClean="0"/>
              <a:t>10/4/2020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32EBDF-796C-43FC-8451-7BC49A91906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B7E4DB-D0B7-4875-AA7A-C72B6C3116EE}" type="datetimeFigureOut">
              <a:rPr lang="en-US" smtClean="0"/>
              <a:t>10/4/2020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32EBDF-796C-43FC-8451-7BC49A91906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8B7E4DB-D0B7-4875-AA7A-C72B6C3116EE}" type="datetimeFigureOut">
              <a:rPr lang="en-US" smtClean="0"/>
              <a:t>10/4/2020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32EBDF-796C-43FC-8451-7BC49A91906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8B7E4DB-D0B7-4875-AA7A-C72B6C3116EE}" type="datetimeFigureOut">
              <a:rPr lang="en-US" smtClean="0"/>
              <a:t>10/4/2020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32EBDF-796C-43FC-8451-7BC49A91906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38B7E4DB-D0B7-4875-AA7A-C72B6C3116EE}" type="datetimeFigureOut">
              <a:rPr lang="en-US" smtClean="0"/>
              <a:t>10/4/2020</a:t>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9D32EBDF-796C-43FC-8451-7BC49A919067}" type="slidenum">
              <a:rPr lang="en-US" smtClean="0"/>
              <a:t>‹#›</a:t>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HT" dirty="0" smtClean="0"/>
              <a:t>Seattle collision</a:t>
            </a:r>
            <a:endParaRPr lang="en-US" dirty="0"/>
          </a:p>
        </p:txBody>
      </p:sp>
      <p:sp>
        <p:nvSpPr>
          <p:cNvPr id="3" name="Subtitle 2"/>
          <p:cNvSpPr>
            <a:spLocks noGrp="1"/>
          </p:cNvSpPr>
          <p:nvPr>
            <p:ph type="subTitle" idx="1"/>
          </p:nvPr>
        </p:nvSpPr>
        <p:spPr/>
        <p:txBody>
          <a:bodyPr/>
          <a:lstStyle/>
          <a:p>
            <a:r>
              <a:rPr lang="fr-HT" dirty="0" err="1" smtClean="0"/>
              <a:t>Reducing</a:t>
            </a:r>
            <a:r>
              <a:rPr lang="fr-HT" dirty="0" smtClean="0"/>
              <a:t> the </a:t>
            </a:r>
            <a:r>
              <a:rPr lang="fr-HT" dirty="0" err="1" smtClean="0"/>
              <a:t>risk</a:t>
            </a:r>
            <a:endParaRPr lang="en-US" dirty="0"/>
          </a:p>
        </p:txBody>
      </p:sp>
    </p:spTree>
    <p:extLst>
      <p:ext uri="{BB962C8B-B14F-4D97-AF65-F5344CB8AC3E}">
        <p14:creationId xmlns:p14="http://schemas.microsoft.com/office/powerpoint/2010/main" val="38099078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Introduction/Business Problem</a:t>
            </a:r>
          </a:p>
        </p:txBody>
      </p:sp>
      <p:sp>
        <p:nvSpPr>
          <p:cNvPr id="5" name="Content Placeholder 4"/>
          <p:cNvSpPr>
            <a:spLocks noGrp="1"/>
          </p:cNvSpPr>
          <p:nvPr>
            <p:ph idx="1"/>
          </p:nvPr>
        </p:nvSpPr>
        <p:spPr/>
        <p:txBody>
          <a:bodyPr/>
          <a:lstStyle/>
          <a:p>
            <a:endParaRPr lang="fr-HT" dirty="0" smtClean="0"/>
          </a:p>
          <a:p>
            <a:endParaRPr lang="fr-HT" dirty="0"/>
          </a:p>
          <a:p>
            <a:endParaRPr lang="fr-HT" dirty="0" smtClean="0"/>
          </a:p>
          <a:p>
            <a:endParaRPr lang="fr-HT" dirty="0"/>
          </a:p>
          <a:p>
            <a:r>
              <a:rPr lang="fr-HT" dirty="0" smtClean="0"/>
              <a:t>There has been to </a:t>
            </a:r>
            <a:r>
              <a:rPr lang="fr-HT" dirty="0" err="1" smtClean="0"/>
              <a:t>many</a:t>
            </a:r>
            <a:r>
              <a:rPr lang="fr-HT" dirty="0" smtClean="0"/>
              <a:t> accidents </a:t>
            </a:r>
            <a:r>
              <a:rPr lang="fr-HT" dirty="0" err="1" smtClean="0"/>
              <a:t>among</a:t>
            </a:r>
            <a:r>
              <a:rPr lang="fr-HT" dirty="0" smtClean="0"/>
              <a:t> people </a:t>
            </a:r>
            <a:r>
              <a:rPr lang="fr-HT" dirty="0" err="1" smtClean="0"/>
              <a:t>that</a:t>
            </a:r>
            <a:r>
              <a:rPr lang="fr-HT" dirty="0" smtClean="0"/>
              <a:t> ride cycles in the city of Seattle. This </a:t>
            </a:r>
            <a:r>
              <a:rPr lang="fr-HT" dirty="0" err="1" smtClean="0"/>
              <a:t>study</a:t>
            </a:r>
            <a:r>
              <a:rPr lang="fr-HT" dirty="0" smtClean="0"/>
              <a:t> </a:t>
            </a:r>
            <a:r>
              <a:rPr lang="fr-HT" dirty="0" err="1" smtClean="0"/>
              <a:t>is</a:t>
            </a:r>
            <a:r>
              <a:rPr lang="fr-HT" dirty="0" smtClean="0"/>
              <a:t> about </a:t>
            </a:r>
            <a:r>
              <a:rPr lang="fr-HT" dirty="0" err="1" smtClean="0"/>
              <a:t>reducing</a:t>
            </a:r>
            <a:r>
              <a:rPr lang="fr-HT" dirty="0" smtClean="0"/>
              <a:t> the </a:t>
            </a:r>
            <a:r>
              <a:rPr lang="fr-HT" dirty="0" err="1" smtClean="0"/>
              <a:t>risk</a:t>
            </a:r>
            <a:r>
              <a:rPr lang="fr-HT" dirty="0" smtClean="0"/>
              <a:t> for </a:t>
            </a:r>
            <a:r>
              <a:rPr lang="fr-HT" dirty="0" err="1" smtClean="0"/>
              <a:t>that</a:t>
            </a:r>
            <a:r>
              <a:rPr lang="fr-HT" dirty="0" smtClean="0"/>
              <a:t> group.</a:t>
            </a:r>
          </a:p>
          <a:p>
            <a:endParaRPr lang="fr-HT" dirty="0"/>
          </a:p>
          <a:p>
            <a:endParaRPr lang="en-US" dirty="0"/>
          </a:p>
        </p:txBody>
      </p:sp>
    </p:spTree>
    <p:extLst>
      <p:ext uri="{BB962C8B-B14F-4D97-AF65-F5344CB8AC3E}">
        <p14:creationId xmlns:p14="http://schemas.microsoft.com/office/powerpoint/2010/main" val="1317412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HT" dirty="0" smtClean="0"/>
              <a:t>Data Source</a:t>
            </a:r>
            <a:endParaRPr lang="en-US" dirty="0"/>
          </a:p>
        </p:txBody>
      </p:sp>
      <p:sp>
        <p:nvSpPr>
          <p:cNvPr id="3" name="Content Placeholder 2"/>
          <p:cNvSpPr>
            <a:spLocks noGrp="1"/>
          </p:cNvSpPr>
          <p:nvPr>
            <p:ph idx="1"/>
          </p:nvPr>
        </p:nvSpPr>
        <p:spPr/>
        <p:txBody>
          <a:bodyPr/>
          <a:lstStyle/>
          <a:p>
            <a:endParaRPr lang="en-US" dirty="0" smtClean="0"/>
          </a:p>
          <a:p>
            <a:pPr marL="0" indent="0">
              <a:buNone/>
            </a:pPr>
            <a:endParaRPr lang="en-US" dirty="0" smtClean="0"/>
          </a:p>
          <a:p>
            <a:r>
              <a:rPr lang="en-US" dirty="0" smtClean="0"/>
              <a:t>For </a:t>
            </a:r>
            <a:r>
              <a:rPr lang="en-US" dirty="0"/>
              <a:t>this work we will use the Washington State Department of Transportation Annual Collision Data Summary Reports to obtain information about Seattle’s Collision. This Dataset provide all the information about collision in the streets of Seattle from 2004 to today.</a:t>
            </a:r>
          </a:p>
        </p:txBody>
      </p:sp>
    </p:spTree>
    <p:extLst>
      <p:ext uri="{BB962C8B-B14F-4D97-AF65-F5344CB8AC3E}">
        <p14:creationId xmlns:p14="http://schemas.microsoft.com/office/powerpoint/2010/main" val="6952298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HT" dirty="0" smtClean="0"/>
              <a:t>Data </a:t>
            </a:r>
            <a:r>
              <a:rPr lang="fr-HT" dirty="0" err="1" smtClean="0"/>
              <a:t>understanding</a:t>
            </a:r>
            <a:endParaRPr lang="en-US" dirty="0"/>
          </a:p>
        </p:txBody>
      </p:sp>
      <p:sp>
        <p:nvSpPr>
          <p:cNvPr id="3" name="Content Placeholder 2"/>
          <p:cNvSpPr>
            <a:spLocks noGrp="1"/>
          </p:cNvSpPr>
          <p:nvPr>
            <p:ph idx="1"/>
          </p:nvPr>
        </p:nvSpPr>
        <p:spPr/>
        <p:txBody>
          <a:bodyPr/>
          <a:lstStyle/>
          <a:p>
            <a:endParaRPr lang="en-US" dirty="0" smtClean="0"/>
          </a:p>
          <a:p>
            <a:endParaRPr lang="en-US" dirty="0"/>
          </a:p>
          <a:p>
            <a:r>
              <a:rPr lang="en-US" dirty="0" smtClean="0"/>
              <a:t>From </a:t>
            </a:r>
            <a:r>
              <a:rPr lang="en-US" dirty="0"/>
              <a:t>the Data set we will isolate all the accidents that involve a car and a unicycle, bicycle, tricycle. We will try to find the relation between the collisions with light, weather, and road conditions. Also we will look at the location of the different accident and search for all possible correlation.</a:t>
            </a:r>
          </a:p>
        </p:txBody>
      </p:sp>
    </p:spTree>
    <p:extLst>
      <p:ext uri="{BB962C8B-B14F-4D97-AF65-F5344CB8AC3E}">
        <p14:creationId xmlns:p14="http://schemas.microsoft.com/office/powerpoint/2010/main" val="38425236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HT" dirty="0" err="1" smtClean="0"/>
              <a:t>Map</a:t>
            </a:r>
            <a:r>
              <a:rPr lang="fr-HT" dirty="0" smtClean="0"/>
              <a:t> of the collisions</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759876"/>
            <a:ext cx="8229600" cy="4206610"/>
          </a:xfrm>
        </p:spPr>
      </p:pic>
    </p:spTree>
    <p:extLst>
      <p:ext uri="{BB962C8B-B14F-4D97-AF65-F5344CB8AC3E}">
        <p14:creationId xmlns:p14="http://schemas.microsoft.com/office/powerpoint/2010/main" val="14137530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48200" y="1052736"/>
            <a:ext cx="4038600" cy="4320480"/>
          </a:xfrm>
        </p:spPr>
      </p:pic>
      <p:pic>
        <p:nvPicPr>
          <p:cNvPr id="8" name="Content Placeholder 7"/>
          <p:cNvPicPr>
            <a:picLocks noGrp="1" noChangeAspect="1"/>
          </p:cNvPicPr>
          <p:nvPr>
            <p:ph sz="quarter" idx="13"/>
          </p:nvPr>
        </p:nvPicPr>
        <p:blipFill>
          <a:blip r:embed="rId3" cstate="print">
            <a:extLst>
              <a:ext uri="{28A0092B-C50C-407E-A947-70E740481C1C}">
                <a14:useLocalDpi xmlns:a14="http://schemas.microsoft.com/office/drawing/2010/main" val="0"/>
              </a:ext>
            </a:extLst>
          </a:blip>
          <a:stretch>
            <a:fillRect/>
          </a:stretch>
        </p:blipFill>
        <p:spPr>
          <a:xfrm>
            <a:off x="251520" y="1052736"/>
            <a:ext cx="4320480" cy="4320480"/>
          </a:xfrm>
        </p:spPr>
      </p:pic>
    </p:spTree>
    <p:extLst>
      <p:ext uri="{BB962C8B-B14F-4D97-AF65-F5344CB8AC3E}">
        <p14:creationId xmlns:p14="http://schemas.microsoft.com/office/powerpoint/2010/main" val="36359415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HT" dirty="0" smtClean="0"/>
              <a:t>High </a:t>
            </a:r>
            <a:r>
              <a:rPr lang="fr-HT" dirty="0" err="1" smtClean="0"/>
              <a:t>risk</a:t>
            </a:r>
            <a:r>
              <a:rPr lang="fr-HT" dirty="0" smtClean="0"/>
              <a:t> area</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743183"/>
            <a:ext cx="8229600" cy="4239996"/>
          </a:xfrm>
        </p:spPr>
      </p:pic>
    </p:spTree>
    <p:extLst>
      <p:ext uri="{BB962C8B-B14F-4D97-AF65-F5344CB8AC3E}">
        <p14:creationId xmlns:p14="http://schemas.microsoft.com/office/powerpoint/2010/main" val="930335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Collision </a:t>
            </a:r>
            <a:r>
              <a:rPr lang="en-US" dirty="0"/>
              <a:t>and weather condition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9672" y="1916832"/>
            <a:ext cx="5904656" cy="3432457"/>
          </a:xfrm>
        </p:spPr>
      </p:pic>
    </p:spTree>
    <p:extLst>
      <p:ext uri="{BB962C8B-B14F-4D97-AF65-F5344CB8AC3E}">
        <p14:creationId xmlns:p14="http://schemas.microsoft.com/office/powerpoint/2010/main" val="6358600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Collision </a:t>
            </a:r>
            <a:r>
              <a:rPr lang="en-US" dirty="0"/>
              <a:t>and light condition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5656" y="1916833"/>
            <a:ext cx="6264696" cy="3384376"/>
          </a:xfrm>
        </p:spPr>
      </p:pic>
    </p:spTree>
    <p:extLst>
      <p:ext uri="{BB962C8B-B14F-4D97-AF65-F5344CB8AC3E}">
        <p14:creationId xmlns:p14="http://schemas.microsoft.com/office/powerpoint/2010/main" val="11117210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Collision </a:t>
            </a:r>
            <a:r>
              <a:rPr lang="en-US" dirty="0"/>
              <a:t>and road condition</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7664" y="1916832"/>
            <a:ext cx="6192688" cy="3456384"/>
          </a:xfrm>
        </p:spPr>
      </p:pic>
    </p:spTree>
    <p:extLst>
      <p:ext uri="{BB962C8B-B14F-4D97-AF65-F5344CB8AC3E}">
        <p14:creationId xmlns:p14="http://schemas.microsoft.com/office/powerpoint/2010/main" val="3168993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HT" dirty="0" smtClean="0"/>
              <a:t>Collision location type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1050" y="2415179"/>
            <a:ext cx="3581900" cy="2896004"/>
          </a:xfrm>
        </p:spPr>
      </p:pic>
    </p:spTree>
    <p:extLst>
      <p:ext uri="{BB962C8B-B14F-4D97-AF65-F5344CB8AC3E}">
        <p14:creationId xmlns:p14="http://schemas.microsoft.com/office/powerpoint/2010/main" val="12449659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HT" dirty="0" err="1" smtClean="0"/>
              <a:t>Modeling</a:t>
            </a:r>
            <a:endParaRPr lang="en-US" dirty="0"/>
          </a:p>
        </p:txBody>
      </p:sp>
      <p:sp>
        <p:nvSpPr>
          <p:cNvPr id="3" name="Content Placeholder 2"/>
          <p:cNvSpPr>
            <a:spLocks noGrp="1"/>
          </p:cNvSpPr>
          <p:nvPr>
            <p:ph idx="1"/>
          </p:nvPr>
        </p:nvSpPr>
        <p:spPr/>
        <p:txBody>
          <a:bodyPr/>
          <a:lstStyle/>
          <a:p>
            <a:endParaRPr lang="en-US" dirty="0" smtClean="0"/>
          </a:p>
          <a:p>
            <a:endParaRPr lang="en-US" dirty="0"/>
          </a:p>
          <a:p>
            <a:r>
              <a:rPr lang="en-US" dirty="0" smtClean="0"/>
              <a:t>Our </a:t>
            </a:r>
            <a:r>
              <a:rPr lang="en-US" dirty="0"/>
              <a:t>first step is to divide the dataset in a training set that we can </a:t>
            </a:r>
            <a:r>
              <a:rPr lang="en-US" dirty="0" err="1"/>
              <a:t>analyse</a:t>
            </a:r>
            <a:r>
              <a:rPr lang="en-US" dirty="0"/>
              <a:t> and a test set for </a:t>
            </a:r>
            <a:r>
              <a:rPr lang="en-US" dirty="0" smtClean="0"/>
              <a:t>evaluation. </a:t>
            </a:r>
            <a:r>
              <a:rPr lang="en-US" dirty="0"/>
              <a:t>Our test size will be 30% of the selected dataset. After we must find the neighbors with the higher accuracy.</a:t>
            </a:r>
          </a:p>
          <a:p>
            <a:endParaRPr lang="en-US" dirty="0"/>
          </a:p>
        </p:txBody>
      </p:sp>
    </p:spTree>
    <p:extLst>
      <p:ext uri="{BB962C8B-B14F-4D97-AF65-F5344CB8AC3E}">
        <p14:creationId xmlns:p14="http://schemas.microsoft.com/office/powerpoint/2010/main" val="7492444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HT" dirty="0" smtClean="0"/>
              <a:t>Best value for K</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1641" y="2204864"/>
            <a:ext cx="6120680" cy="3672408"/>
          </a:xfrm>
        </p:spPr>
      </p:pic>
    </p:spTree>
    <p:extLst>
      <p:ext uri="{BB962C8B-B14F-4D97-AF65-F5344CB8AC3E}">
        <p14:creationId xmlns:p14="http://schemas.microsoft.com/office/powerpoint/2010/main" val="14077607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HT" dirty="0" err="1" smtClean="0"/>
              <a:t>Result</a:t>
            </a:r>
            <a:endParaRPr lang="en-US" dirty="0"/>
          </a:p>
        </p:txBody>
      </p:sp>
      <p:sp>
        <p:nvSpPr>
          <p:cNvPr id="3" name="Content Placeholder 2"/>
          <p:cNvSpPr>
            <a:spLocks noGrp="1"/>
          </p:cNvSpPr>
          <p:nvPr>
            <p:ph idx="1"/>
          </p:nvPr>
        </p:nvSpPr>
        <p:spPr/>
        <p:txBody>
          <a:bodyPr/>
          <a:lstStyle/>
          <a:p>
            <a:r>
              <a:rPr lang="en-US" dirty="0"/>
              <a:t>The collisions are more related to the location than any other factors. They specially happened when the condition were </a:t>
            </a:r>
            <a:r>
              <a:rPr lang="en-US" dirty="0" err="1"/>
              <a:t>perferct</a:t>
            </a:r>
            <a:r>
              <a:rPr lang="en-US" dirty="0"/>
              <a:t>: daylight, road in good conditions and weather was </a:t>
            </a:r>
            <a:r>
              <a:rPr lang="en-US" dirty="0" err="1"/>
              <a:t>nice.But</a:t>
            </a:r>
            <a:r>
              <a:rPr lang="en-US" dirty="0"/>
              <a:t> we notice most of them occurred in the afternoon. We are missing to much data to make estimation with speed and lack of </a:t>
            </a:r>
            <a:r>
              <a:rPr lang="en-US" dirty="0" err="1"/>
              <a:t>attention.Nonetheless,intersections</a:t>
            </a:r>
            <a:r>
              <a:rPr lang="en-US" dirty="0"/>
              <a:t> represent a real danger for the cycles. </a:t>
            </a:r>
          </a:p>
        </p:txBody>
      </p:sp>
    </p:spTree>
    <p:extLst>
      <p:ext uri="{BB962C8B-B14F-4D97-AF65-F5344CB8AC3E}">
        <p14:creationId xmlns:p14="http://schemas.microsoft.com/office/powerpoint/2010/main" val="4008398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HT" dirty="0" smtClean="0"/>
              <a:t>Discussion</a:t>
            </a:r>
            <a:endParaRPr lang="en-US" dirty="0"/>
          </a:p>
        </p:txBody>
      </p:sp>
      <p:sp>
        <p:nvSpPr>
          <p:cNvPr id="3" name="Content Placeholder 2"/>
          <p:cNvSpPr>
            <a:spLocks noGrp="1"/>
          </p:cNvSpPr>
          <p:nvPr>
            <p:ph idx="1"/>
          </p:nvPr>
        </p:nvSpPr>
        <p:spPr/>
        <p:txBody>
          <a:bodyPr/>
          <a:lstStyle/>
          <a:p>
            <a:r>
              <a:rPr lang="en-US" dirty="0"/>
              <a:t>We recommend to limit the circulation in the afternoon for any person riding a monocycle</a:t>
            </a:r>
            <a:r>
              <a:rPr lang="en-US" dirty="0" smtClean="0"/>
              <a:t>,  </a:t>
            </a:r>
            <a:r>
              <a:rPr lang="en-US" dirty="0" err="1" smtClean="0"/>
              <a:t>bicyle,tricycle</a:t>
            </a:r>
            <a:r>
              <a:rPr lang="en-US" dirty="0" smtClean="0"/>
              <a:t>. Additionally, </a:t>
            </a:r>
            <a:r>
              <a:rPr lang="en-US" dirty="0"/>
              <a:t>we suggest the city block some streets from them such as East Pine Street,2nd Avenue,12th Avenue</a:t>
            </a:r>
            <a:r>
              <a:rPr lang="en-US" dirty="0" smtClean="0"/>
              <a:t>, Roosevelt </a:t>
            </a:r>
            <a:r>
              <a:rPr lang="en-US" dirty="0"/>
              <a:t>Way </a:t>
            </a:r>
            <a:r>
              <a:rPr lang="en-US" dirty="0" smtClean="0"/>
              <a:t>Northeast. If </a:t>
            </a:r>
            <a:r>
              <a:rPr lang="en-US" dirty="0"/>
              <a:t>that not possible, give them a exclusive access for a certain period of time. In that decision, our model with 86% accuracy can help predict future collision and there severity and prevent most of the accident given the location.</a:t>
            </a:r>
          </a:p>
        </p:txBody>
      </p:sp>
    </p:spTree>
    <p:extLst>
      <p:ext uri="{BB962C8B-B14F-4D97-AF65-F5344CB8AC3E}">
        <p14:creationId xmlns:p14="http://schemas.microsoft.com/office/powerpoint/2010/main" val="3038132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HT" dirty="0" smtClean="0"/>
              <a:t>Conclusion</a:t>
            </a:r>
            <a:endParaRPr lang="en-US" dirty="0"/>
          </a:p>
        </p:txBody>
      </p:sp>
      <p:sp>
        <p:nvSpPr>
          <p:cNvPr id="3" name="Content Placeholder 2"/>
          <p:cNvSpPr>
            <a:spLocks noGrp="1"/>
          </p:cNvSpPr>
          <p:nvPr>
            <p:ph idx="1"/>
          </p:nvPr>
        </p:nvSpPr>
        <p:spPr/>
        <p:txBody>
          <a:bodyPr/>
          <a:lstStyle/>
          <a:p>
            <a:r>
              <a:rPr lang="en-US" dirty="0"/>
              <a:t>In our report about Seattle collision we discover how some factors affected the number of accident in that city. Two of them </a:t>
            </a:r>
            <a:r>
              <a:rPr lang="en-US" dirty="0" smtClean="0"/>
              <a:t>particularly, </a:t>
            </a:r>
            <a:r>
              <a:rPr lang="en-US" dirty="0"/>
              <a:t>latitude and longitude, create a map where it possible to comprehend the gravity of the situation. That is the reason why we build a model with them at the center to evaluate and reduce those accidents. In the discussion panel, we offer some advices for the city to prevent them.</a:t>
            </a:r>
          </a:p>
        </p:txBody>
      </p:sp>
    </p:spTree>
    <p:extLst>
      <p:ext uri="{BB962C8B-B14F-4D97-AF65-F5344CB8AC3E}">
        <p14:creationId xmlns:p14="http://schemas.microsoft.com/office/powerpoint/2010/main" val="1584039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264</TotalTime>
  <Words>447</Words>
  <Application>Microsoft Office PowerPoint</Application>
  <PresentationFormat>On-screen Show (4:3)</PresentationFormat>
  <Paragraphs>33</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Executive</vt:lpstr>
      <vt:lpstr>Seattle collision</vt:lpstr>
      <vt:lpstr>Introduction/Business Problem</vt:lpstr>
      <vt:lpstr>Data Source</vt:lpstr>
      <vt:lpstr>Data understanding</vt:lpstr>
      <vt:lpstr>Map of the collisions</vt:lpstr>
      <vt:lpstr>PowerPoint Presentation</vt:lpstr>
      <vt:lpstr>High risk area</vt:lpstr>
      <vt:lpstr>Collision and weather condition</vt:lpstr>
      <vt:lpstr>Collision and light condition</vt:lpstr>
      <vt:lpstr>Collision and road condition</vt:lpstr>
      <vt:lpstr>Collision location type</vt:lpstr>
      <vt:lpstr>Modeling</vt:lpstr>
      <vt:lpstr>Best value for K</vt:lpstr>
      <vt:lpstr>Result</vt:lpstr>
      <vt:lpstr>Discussion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Casa032</dc:creator>
  <cp:lastModifiedBy>Casa032</cp:lastModifiedBy>
  <cp:revision>8</cp:revision>
  <dcterms:created xsi:type="dcterms:W3CDTF">2020-10-05T00:19:25Z</dcterms:created>
  <dcterms:modified xsi:type="dcterms:W3CDTF">2020-10-05T04:43:56Z</dcterms:modified>
</cp:coreProperties>
</file>